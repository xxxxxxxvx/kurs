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419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76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608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97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887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69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57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13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56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37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72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3DCD-2704-49D8-8FC1-3810D347C3F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CA4F013-E0A2-4A1A-883F-2A77275DA5F8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17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D6C8B4D-502D-42B9-81F5-63E9331D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0" fontAlgn="base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ГОСУДАРСТВЕННОЕ АВТОНОМНОЕ ПРОФЕССИОНАЛЬНОЕ ОБРАЗОВАТЕЛЬНОЕ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УЧРЕЖДЕНИЕ ТЮМЕНСКОЙ ОБЛАСТИ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02E23-BEDC-4646-9163-D01172FA0C0D}"/>
              </a:ext>
            </a:extLst>
          </p:cNvPr>
          <p:cNvSpPr txBox="1"/>
          <p:nvPr/>
        </p:nvSpPr>
        <p:spPr>
          <a:xfrm>
            <a:off x="3268133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Курсовой проект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b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на тему «Проектирование ИС “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Спорткомплекс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”»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12344-75E1-4F32-8BD1-FEEAB4CAE5F7}"/>
              </a:ext>
            </a:extLst>
          </p:cNvPr>
          <p:cNvSpPr txBox="1"/>
          <p:nvPr/>
        </p:nvSpPr>
        <p:spPr>
          <a:xfrm>
            <a:off x="6096000" y="437520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fontAlgn="base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Выполнил: Василевский А.А.,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r" rtl="0" fontAlgn="base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студент 1 курса очной формы обучения,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r" rtl="0" fontAlgn="base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группы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ИСиП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25-11-1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r" rtl="0" fontAlgn="base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Проверила: Гончарова Т.В., должность: преподаватель проф. дисциплин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19492D5-2DC8-4A20-93BD-85211377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79" y="770653"/>
            <a:ext cx="9603275" cy="1049235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AD98D8-D27A-421C-917F-50E90BF220D4}"/>
              </a:ext>
            </a:extLst>
          </p:cNvPr>
          <p:cNvSpPr txBox="1"/>
          <p:nvPr/>
        </p:nvSpPr>
        <p:spPr>
          <a:xfrm>
            <a:off x="638779" y="2144235"/>
            <a:ext cx="7760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Актуальность данной работы обусловлена необходимостью автоматизировать процесс продажи абонементов, учёта клиентов и контроля посещаемости в спортивном комплексе, а также повысить удобство обслуживания посетителей.</a:t>
            </a:r>
          </a:p>
        </p:txBody>
      </p:sp>
    </p:spTree>
    <p:extLst>
      <p:ext uri="{BB962C8B-B14F-4D97-AF65-F5344CB8AC3E}">
        <p14:creationId xmlns:p14="http://schemas.microsoft.com/office/powerpoint/2010/main" val="313121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3415F1-0156-47C9-9A0B-A92D4CF0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Предметная область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A8827-E12D-4F1D-9C07-FDC22191D3A4}"/>
              </a:ext>
            </a:extLst>
          </p:cNvPr>
          <p:cNvSpPr txBox="1"/>
          <p:nvPr/>
        </p:nvSpPr>
        <p:spPr>
          <a:xfrm>
            <a:off x="1001184" y="2291202"/>
            <a:ext cx="6100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Предметной областью данной курсовой работы является процесс покупки и оформления абонементов в спортивном комплексе, включая регистрацию клиентов, выбор абонемента, оплату и получение документа об оплате.</a:t>
            </a:r>
          </a:p>
        </p:txBody>
      </p:sp>
    </p:spTree>
    <p:extLst>
      <p:ext uri="{BB962C8B-B14F-4D97-AF65-F5344CB8AC3E}">
        <p14:creationId xmlns:p14="http://schemas.microsoft.com/office/powerpoint/2010/main" val="359428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E28E3-8A22-4994-A9BF-1535504A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9862A-E052-48DE-BB72-F5CC91059360}"/>
              </a:ext>
            </a:extLst>
          </p:cNvPr>
          <p:cNvSpPr txBox="1"/>
          <p:nvPr/>
        </p:nvSpPr>
        <p:spPr>
          <a:xfrm>
            <a:off x="511779" y="1853754"/>
            <a:ext cx="110875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Цель курсового проекта — проектирование информационной системы для автоматизации спортивного комплекса.</a:t>
            </a:r>
          </a:p>
          <a:p>
            <a:endParaRPr lang="ru-RU" dirty="0"/>
          </a:p>
          <a:p>
            <a:r>
              <a:rPr lang="ru-RU" dirty="0"/>
              <a:t>Задачи:</a:t>
            </a:r>
          </a:p>
          <a:p>
            <a:endParaRPr lang="ru-RU" dirty="0"/>
          </a:p>
          <a:p>
            <a:r>
              <a:rPr lang="ru-RU" dirty="0"/>
              <a:t>Провести анализ предметной области.</a:t>
            </a:r>
          </a:p>
          <a:p>
            <a:endParaRPr lang="ru-RU" dirty="0"/>
          </a:p>
          <a:p>
            <a:r>
              <a:rPr lang="ru-RU" dirty="0"/>
              <a:t>Построить функциональные модели в нотациях IDEF0 и DFD.</a:t>
            </a:r>
          </a:p>
          <a:p>
            <a:endParaRPr lang="ru-RU" dirty="0"/>
          </a:p>
          <a:p>
            <a:r>
              <a:rPr lang="ru-RU" dirty="0"/>
              <a:t>Разработать UML-диаграммы (вариантов использования, деятельности, последовательности, классов).</a:t>
            </a:r>
          </a:p>
          <a:p>
            <a:endParaRPr lang="ru-RU" dirty="0"/>
          </a:p>
          <a:p>
            <a:r>
              <a:rPr lang="ru-RU" dirty="0"/>
              <a:t>Создать концептуальную, логическую и физическую модели базы данных.</a:t>
            </a:r>
          </a:p>
          <a:p>
            <a:endParaRPr lang="ru-RU" dirty="0"/>
          </a:p>
          <a:p>
            <a:r>
              <a:rPr lang="ru-RU" dirty="0"/>
              <a:t>Разработать эскизный проект пользовательского интерфейса.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3554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146E0-A66A-43BF-A075-F4A84365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ДИАГРАММА IDEF0 «спорткомплекс»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1C5550-A3A4-40B7-AA88-452C2631C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933" y="2099109"/>
            <a:ext cx="5716587" cy="376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9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6017B7-D633-4D50-A7EA-46F4EBAD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ДЕКОМПОЗИЦИЯ ДИАГРАММЫ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IDEF0 (1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ур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.)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22FAA8-CDEF-495A-B28C-DF5853358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67" y="2092846"/>
            <a:ext cx="7118439" cy="396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1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B15C2-750C-4451-8E68-C6A7FBAC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дИАГРАММА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DFD «спорткомплекс»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2F5F13-6EA2-4FCC-82A8-B855E6345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303" y="2270572"/>
            <a:ext cx="534352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93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228C1-06C6-4B06-BBB4-CCCD0893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ДЕКОМПОЗИЦИЯ ДИАГРАММЫ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DFD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5E2BA9-1F40-4C53-83B6-BD96C35DE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2142772"/>
            <a:ext cx="9524470" cy="368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8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80D72-EAA2-4CC1-8397-190E72DB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UML диаграмма вариантов использования (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UseCase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870C0D-A49A-48F6-8AA7-A00229FD2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789" y="2010119"/>
            <a:ext cx="4781386" cy="404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87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A23EF-45EE-445C-8B0C-0F99E304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UML 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диаграмма деятельности (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Activity)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C3465C-7E23-4637-BDA0-DE48F3DE6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868" y="364067"/>
            <a:ext cx="2285999" cy="634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97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5C045-8E33-4107-89F8-803DDEC0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UML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диаграмма последовательности (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Sequence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534DE4-8ABE-4758-B39B-491AF6BFA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131" y="1236133"/>
            <a:ext cx="5067603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312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47483-66A8-4FDD-9514-AD71B7DD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Логическая модель данных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990C1F-ED80-46C7-AA4A-15AFB42B4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70" y="2108728"/>
            <a:ext cx="72485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66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66CB5-A5DD-4C51-BFFA-F3D9C3C07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Физическая модель данных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59231A-F56D-4F67-A8C4-664AFD216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999" y="2113068"/>
            <a:ext cx="7010400" cy="39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56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F0DF1-186D-45B0-AA4D-14F66103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ПОЛЬЗОВАТЕЛЬСКИЙ ИНТЕРФЕЙС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B68964-F21C-4308-8CEB-070CEA7944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03400" y="2215173"/>
            <a:ext cx="5842000" cy="3171825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810604B-7724-4043-B2DF-97FE4880C78B}"/>
              </a:ext>
            </a:extLst>
          </p:cNvPr>
          <p:cNvSpPr txBox="1">
            <a:spLocks/>
          </p:cNvSpPr>
          <p:nvPr/>
        </p:nvSpPr>
        <p:spPr>
          <a:xfrm>
            <a:off x="1934179" y="5386998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Главный экран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190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20889D4-51A1-4551-B633-3390E8EE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531" y="79730"/>
            <a:ext cx="8643154" cy="1887950"/>
          </a:xfrm>
        </p:spPr>
        <p:txBody>
          <a:bodyPr/>
          <a:lstStyle/>
          <a:p>
            <a:r>
              <a:rPr lang="ru-RU" dirty="0" err="1"/>
              <a:t>ЗАключение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8B266F7-36F2-4AD1-B252-7D0C51FBB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267" y="3759202"/>
            <a:ext cx="9500485" cy="2482324"/>
          </a:xfrm>
        </p:spPr>
        <p:txBody>
          <a:bodyPr>
            <a:normAutofit/>
          </a:bodyPr>
          <a:lstStyle/>
          <a:p>
            <a:r>
              <a:rPr lang="ru-RU" b="0" i="0" dirty="0">
                <a:effectLst/>
                <a:latin typeface="quote-cjk-patch"/>
              </a:rPr>
              <a:t>В рамках курсового проекта «Проектирование информационной системы спортивного комплекса» была разработана ИС для автоматизации покупки абонементов. Достигнуты все поставленные цели. Система предоставляет клиентам возможность выбора абонементов, оформления покупки и получения электронного абонемента. Разработка представляет собой важный шаг в цифровизации спортивных услуг, обеспечивая удобный и доступный способ приобретения абонементов.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2571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BC9D0-5A73-4BD7-8054-D3B8375F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СПАСИБО ЗА ВНИМАНИЕ!</a:t>
            </a:r>
            <a:r>
              <a:rPr lang="ru-RU" sz="5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sz="5000" dirty="0"/>
          </a:p>
        </p:txBody>
      </p:sp>
    </p:spTree>
    <p:extLst>
      <p:ext uri="{BB962C8B-B14F-4D97-AF65-F5344CB8AC3E}">
        <p14:creationId xmlns:p14="http://schemas.microsoft.com/office/powerpoint/2010/main" val="3109651575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</TotalTime>
  <Words>305</Words>
  <Application>Microsoft Office PowerPoint</Application>
  <PresentationFormat>Широкоэкранный</PresentationFormat>
  <Paragraphs>38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Gill Sans MT</vt:lpstr>
      <vt:lpstr>quote-cjk-patch</vt:lpstr>
      <vt:lpstr>Segoe UI</vt:lpstr>
      <vt:lpstr>Times New Roman</vt:lpstr>
      <vt:lpstr>Галерея</vt:lpstr>
      <vt:lpstr>ГОСУДАРСТВЕННОЕ АВТОНОМНОЕ ПРОФЕССИОНАЛЬНОЕ ОБРАЗОВАТЕЛЬНОЕ ​ УЧРЕЖДЕНИЕ ТЮМЕНСКОЙ ОБЛАСТИ ​ «ТЮМЕНСКИЙ ТЕХНИКУМ СТРОИТЕЛЬНОЙ ИНДУСТРИИ И ГОРОДСКОГО ХОЗЯЙСТВА»​ </vt:lpstr>
      <vt:lpstr>Актуальность</vt:lpstr>
      <vt:lpstr>Предметная область</vt:lpstr>
      <vt:lpstr>Цель и задачи</vt:lpstr>
      <vt:lpstr>ДИАГРАММА IDEF0 «спорткомплекс»​</vt:lpstr>
      <vt:lpstr>ДЕКОМПОЗИЦИЯ ДИАГРАММЫ IDEF0 (1ур.)​</vt:lpstr>
      <vt:lpstr>дИАГРАММА DFD «спорткомплекс»​</vt:lpstr>
      <vt:lpstr>ДЕКОМПОЗИЦИЯ ДИАГРАММЫ DFD​</vt:lpstr>
      <vt:lpstr>UML диаграмма вариантов использования (UseCase)​</vt:lpstr>
      <vt:lpstr>UML диаграмма деятельности (Activity)​</vt:lpstr>
      <vt:lpstr>UML диаграмма последовательности (Sequence)</vt:lpstr>
      <vt:lpstr>Логическая модель данных​</vt:lpstr>
      <vt:lpstr>Физическая модель данных​</vt:lpstr>
      <vt:lpstr>ПОЛЬЗОВАТЕЛЬСКИЙ ИНТЕРФЕЙС​</vt:lpstr>
      <vt:lpstr>ЗАключение</vt:lpstr>
      <vt:lpstr>СПАСИБО ЗА ВНИМАНИЕ!​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djasdja djasdja</dc:creator>
  <cp:lastModifiedBy>djasdja djasdja</cp:lastModifiedBy>
  <cp:revision>4</cp:revision>
  <dcterms:created xsi:type="dcterms:W3CDTF">2025-07-23T00:59:00Z</dcterms:created>
  <dcterms:modified xsi:type="dcterms:W3CDTF">2026-05-13T23:01:18Z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0A8C3C6B698C433CA5962937799219A0_13</vt:lpwstr>
  </property>
  <property fmtid="{D5CDD505-2E9C-101B-9397-08002B2CF9AE}" pid="3" name="KSOProductBuildVer">
    <vt:lpwstr>2052-12.1.0.21915</vt:lpwstr>
  </property>
</Properties>
</file>